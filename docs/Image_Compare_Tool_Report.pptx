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2D2D"/>
                </a:solidFill>
              </a:defRPr>
            </a:pPr>
            <a:r>
              <a:t>Image Compare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Intermediate Development Report</a:t>
            </a:r>
            <a:br/>
            <a:r>
              <a:t>Byung Geun (BG) Jun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Project Overview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Key Features Implemented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Technical Architecture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16-bit Image Processing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Normalization Feature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UI/UX Design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Bug Fixes &amp; Improvements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Current Status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Purpose: Compare two images and visualize pixel differences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Target Users: Display engineers, Image processing specialists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Primary Use Case: Calibration before/after comparison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Technology Stack: Python, Tkinter, PIL/Pillow, NumPy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Platform: Windows (standalone executable available)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Core Features Implemented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Dual Image Loading: Independent load for each image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Three-Panel View: Image1, Image2, Difference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16-bit TIFF Support: Full 16-bit data preservation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Pixel Value Display: Click to see actual values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Synchronized Zoom: All panels zoom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Pan/Drag Navigation: Click and drag to move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Normalization: Center 100×100 region based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Difference Visualization: Color-coded heatmap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Image Save: Export normalized images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Marker Display: Click position indicator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Difference Visualization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Calculates actual pixel difference: Image1 - Image2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Color-coded display based on signed difference values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GREEN channel: Positive difference (Image1 &gt; Image2)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RED channel: Negative difference (Image1 &lt; Image2)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Intensity proportional to difference magnitude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Preserves sign information for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Software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Modular class-based design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Theme class: Clean minimal dark theme with consistent styling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ImagePanel class: Individual panel management with markers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ImageCompareApp class: Main application controller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Event-driven architecture for user interactions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NumPy-based image processing for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16-bit Image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Preserves original 16-bit data while displaying normalized 8-bit 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Load 16-bit TIFF image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if image.mode == 'I;16':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arr = np.array(image, dtype=np.uint16)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# Store original 16-bit data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self.image1_raw = arr.copy()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# Convert to 8-bit for display using fixed range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# Key fix: Use 65535 instead of arr.max()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arr_display = (arr.astype(np.float32) / 65535.0 * 255)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arr_display = arr_display.astype(np.uint8)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    image = Image.fromarray(arr_display)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Normalization Feature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Image Normalization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Purpose: Standardize brightness for fair comparison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Method: Center 100×100 region average → Target value (30000)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Target value based on 16-bit range (0-65535)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Toggle functionality: Normalize / Restore original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Both raw data and display image are normalized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Difference image recalculated after normalization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Normalization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Normalizes based on center region average to target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Calculate center 100x100 region average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h, w = arr.shape[:2]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center_x, center_y = w // 2, h // 2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x1, y1 = max(0, center_x - 50), max(0, center_y - 50)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x2, y2 = min(w, center_x + 50), min(h, center_y + 50)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center_region = arr[y1:y2, x1:x2]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current_avg = np.mean(center_region)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Calculate normalization factor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NORMALIZATION_TARGET = 30000  # 16-bit based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factor = NORMALIZATION_TARGET / (current_avg * 256)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Apply normalization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normalized_arr = np.clip(arr * factor, 0, 255).astype(np.uint8)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UI/UX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Clean Minimal Theme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Background: #2D2D2D (Dark Gray)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Cards: #3A3A3A (Slightly lighter)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Canvas: #1E1E1E (Near black)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Text Primary: #E8E8E8 (Off-white)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Text Secondary: #B0B0B0 (Gray)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Accent Color: #6C9BCE (Soft Blue)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Borders: #4A4A4A (Subtle)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Marker: #FF6B6B (Coral Red)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Font: Segoe UI / Consolas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Design: Flat, minimal, professional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Interface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Control Panel (Top): Load, Normalize, Save, Zoom controls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Three-Panel View (Center): Image1, Image2, Difference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Each panel shows: Image size, View position, Current region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Status Bar (Bottom): Ready state, Current position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Pixel Info Bar: Click to display 16-bit values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Cross marker on click position across all panels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Bug Fixes &amp; Improvements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Recent Bug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Fixed: Image 2 appearing too dark after loading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Cause: Using arr.max() for normalization caused inconsistent scaling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Solution: Use fixed 65535 (16-bit max) for consistent brightness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Fixed: Restore function also had same brightness issue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All Korean comments translated to English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Code documentation improved for maintainability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Brightness Fix - 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Fixed brightness inconsistency between loaded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BEFORE (Bug): Each image scaled differently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arr_display = (arr.astype(np.float32) / arr.max() * 255)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Image1 max=30000 → pixels scaled by 30000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Image2 max=60000 → pixels scaled by 60000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Same pixel value appears different brightness!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AFTER (Fixed): Consistent scaling for all images  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arr_display = (arr.astype(np.float32) / 65535.0 * 255)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Both images use same 16-bit full range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Same pixel value = Same brightness</a:t>
            </a:r>
          </a:p>
          <a:p>
            <a:pPr>
              <a:defRPr sz="1200">
                <a:solidFill>
                  <a:srgbClr val="E8E8E8"/>
                </a:solidFill>
                <a:latin typeface="Consolas"/>
              </a:defRPr>
            </a:pPr>
            <a:r>
              <a:t># Proper visual comparison possible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Status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Development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Core Features: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16-bit Support: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Normalization: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Image Save: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UI Theme: ✓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Pixel Info Display: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Marker System: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Bug Fixes: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English Translation: ✓ Complete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Documentation: In Progress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2D2D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6C9B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Add ROI (Region of Interest) selection feature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Implement histogram comparison view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Add measurement tools (distance, angle)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Support for batch image comparison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Export comparison report (PDF/HTML)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Performance optimization for large images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Cross-platform support (Mac/Linux)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2D2D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Questions &amp; Discussion</a:t>
            </a:r>
            <a:br/>
            <a:br/>
            <a:r>
              <a:t>Contact: byungpaul@meta.com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