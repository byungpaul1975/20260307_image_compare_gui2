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645920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Image Compare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GUI Visual Guide</a:t>
            </a:r>
            <a:br/>
            <a:r>
              <a:t>Byung Geun (BG) Jun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Main Interface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main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Three-panel view with Control Panel, Image Panels, and Status Bars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Control Panel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control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All controls for image loading, normalization, saving, and navigation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Three-Panel Image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panel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Left: Image 1 | Center: Image 2 | Right: Difference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Synchronized Zoom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zoom_fe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All three panels zoom together - use mouse wheel or +/- buttons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Pixel Value Display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pixel_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Click on any panel to view actual 16-bit pixel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Image 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norm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Standardize brightness based on center 100×100 region average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Difference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differenc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Color-coded difference: GREEN = Image1 &gt; Image2, RED = Image1 &lt; Image2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Save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save_fe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729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Export normalized images as 16-bit TIFF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645920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Questions &amp; Discussion</a:t>
            </a:r>
            <a:br/>
            <a:br/>
            <a:r>
              <a:t>Contact: byungpaul@meta.com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